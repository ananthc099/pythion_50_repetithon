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04" d="100"/>
          <a:sy n="104" d="100"/>
        </p:scale>
        <p:origin x="870"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eshwar Shukla" userId="51898254487d624d" providerId="LiveId" clId="{85298B4C-F3AC-4ADE-B4EF-2AC272B20792}"/>
    <pc:docChg chg="custSel modSld">
      <pc:chgData name="Yogeshwar Shukla" userId="51898254487d624d" providerId="LiveId" clId="{85298B4C-F3AC-4ADE-B4EF-2AC272B20792}" dt="2023-08-21T17:19:29.440" v="6" actId="20577"/>
      <pc:docMkLst>
        <pc:docMk/>
      </pc:docMkLst>
      <pc:sldChg chg="modSp mod">
        <pc:chgData name="Yogeshwar Shukla" userId="51898254487d624d" providerId="LiveId" clId="{85298B4C-F3AC-4ADE-B4EF-2AC272B20792}" dt="2023-08-21T17:19:04.612" v="5" actId="20577"/>
        <pc:sldMkLst>
          <pc:docMk/>
          <pc:sldMk cId="4178306452" sldId="257"/>
        </pc:sldMkLst>
      </pc:sldChg>
      <pc:sldChg chg="modSp mod">
        <pc:chgData name="Yogeshwar Shukla" userId="51898254487d624d" providerId="LiveId" clId="{85298B4C-F3AC-4ADE-B4EF-2AC272B20792}" dt="2023-08-21T17:19:29.440" v="6" actId="20577"/>
        <pc:sldMkLst>
          <pc:docMk/>
          <pc:sldMk cId="3299390573" sldId="258"/>
        </pc:sldMkLst>
      </pc:sldChg>
    </pc:docChg>
  </pc:docChgLst>
  <pc:docChgLst>
    <pc:chgData name="Yogeshwar Shukla" userId="51898254487d624d" providerId="LiveId" clId="{FF4323B2-BCD1-4533-AAF2-58869F3EAAA7}"/>
    <pc:docChg chg="addSld">
      <pc:chgData name="Yogeshwar Shukla" userId="51898254487d624d" providerId="LiveId" clId="{FF4323B2-BCD1-4533-AAF2-58869F3EAAA7}" dt="2022-04-02T05:25:41.133" v="0" actId="680"/>
      <pc:docMkLst>
        <pc:docMk/>
      </pc:docMkLst>
      <pc:sldChg chg="new">
        <pc:chgData name="Yogeshwar Shukla" userId="51898254487d624d" providerId="LiveId" clId="{FF4323B2-BCD1-4533-AAF2-58869F3EAAA7}" dt="2022-04-02T05:25:41.133" v="0" actId="680"/>
        <pc:sldMkLst>
          <pc:docMk/>
          <pc:sldMk cId="1158857492" sldId="259"/>
        </pc:sldMkLst>
      </pc:sldChg>
    </pc:docChg>
  </pc:docChgLst>
  <pc:docChgLst>
    <pc:chgData name="Yogeshwar Shukla" userId="51898254487d624d" providerId="LiveId" clId="{3065C9B1-042A-4F57-8AEA-186E05787636}"/>
    <pc:docChg chg="custSel modSld">
      <pc:chgData name="Yogeshwar Shukla" userId="51898254487d624d" providerId="LiveId" clId="{3065C9B1-042A-4F57-8AEA-186E05787636}" dt="2022-12-06T02:54:38.489" v="6" actId="27636"/>
      <pc:docMkLst>
        <pc:docMk/>
      </pc:docMkLst>
      <pc:sldChg chg="modSp mod">
        <pc:chgData name="Yogeshwar Shukla" userId="51898254487d624d" providerId="LiveId" clId="{3065C9B1-042A-4F57-8AEA-186E05787636}" dt="2022-12-06T02:54:38.489" v="6" actId="27636"/>
        <pc:sldMkLst>
          <pc:docMk/>
          <pc:sldMk cId="4178306452" sldId="257"/>
        </pc:sldMkLst>
      </pc:sldChg>
    </pc:docChg>
  </pc:docChgLst>
  <pc:docChgLst>
    <pc:chgData name="Yogeshwar Shukla" userId="51898254487d624d" providerId="LiveId" clId="{7003A1CA-8A4D-46AD-B5EB-146D58F64E06}"/>
    <pc:docChg chg="custSel modSld">
      <pc:chgData name="Yogeshwar Shukla" userId="51898254487d624d" providerId="LiveId" clId="{7003A1CA-8A4D-46AD-B5EB-146D58F64E06}" dt="2024-04-23T01:13:23.436" v="46" actId="20577"/>
      <pc:docMkLst>
        <pc:docMk/>
      </pc:docMkLst>
      <pc:sldChg chg="modSp mod">
        <pc:chgData name="Yogeshwar Shukla" userId="51898254487d624d" providerId="LiveId" clId="{7003A1CA-8A4D-46AD-B5EB-146D58F64E06}" dt="2024-04-23T01:13:23.436" v="46" actId="20577"/>
        <pc:sldMkLst>
          <pc:docMk/>
          <pc:sldMk cId="4178306452" sldId="257"/>
        </pc:sldMkLst>
      </pc:sldChg>
    </pc:docChg>
  </pc:docChgLst>
  <pc:docChgLst>
    <pc:chgData name="Yogeshwar Shukla" userId="51898254487d624d" providerId="LiveId" clId="{9F829BE9-8ACA-4309-8FCA-0004EC697CAE}"/>
    <pc:docChg chg="custSel modSld">
      <pc:chgData name="Yogeshwar Shukla" userId="51898254487d624d" providerId="LiveId" clId="{9F829BE9-8ACA-4309-8FCA-0004EC697CAE}" dt="2025-08-12T13:37:08.638" v="10" actId="20577"/>
      <pc:docMkLst>
        <pc:docMk/>
      </pc:docMkLst>
      <pc:sldChg chg="modSp mod">
        <pc:chgData name="Yogeshwar Shukla" userId="51898254487d624d" providerId="LiveId" clId="{9F829BE9-8ACA-4309-8FCA-0004EC697CAE}" dt="2025-08-12T13:36:33.132" v="2" actId="20577"/>
        <pc:sldMkLst>
          <pc:docMk/>
          <pc:sldMk cId="4178306452" sldId="257"/>
        </pc:sldMkLst>
        <pc:spChg chg="mod">
          <ac:chgData name="Yogeshwar Shukla" userId="51898254487d624d" providerId="LiveId" clId="{9F829BE9-8ACA-4309-8FCA-0004EC697CAE}" dt="2025-08-12T13:36:33.132" v="2" actId="20577"/>
          <ac:spMkLst>
            <pc:docMk/>
            <pc:sldMk cId="4178306452" sldId="257"/>
            <ac:spMk id="3" creationId="{A54A71AC-F253-452C-B8AE-BF72C75C18FA}"/>
          </ac:spMkLst>
        </pc:spChg>
      </pc:sldChg>
      <pc:sldChg chg="modSp mod">
        <pc:chgData name="Yogeshwar Shukla" userId="51898254487d624d" providerId="LiveId" clId="{9F829BE9-8ACA-4309-8FCA-0004EC697CAE}" dt="2025-08-12T13:37:08.638" v="10" actId="20577"/>
        <pc:sldMkLst>
          <pc:docMk/>
          <pc:sldMk cId="3299390573" sldId="258"/>
        </pc:sldMkLst>
        <pc:spChg chg="mod">
          <ac:chgData name="Yogeshwar Shukla" userId="51898254487d624d" providerId="LiveId" clId="{9F829BE9-8ACA-4309-8FCA-0004EC697CAE}" dt="2025-08-12T13:37:08.638" v="10" actId="20577"/>
          <ac:spMkLst>
            <pc:docMk/>
            <pc:sldMk cId="3299390573" sldId="258"/>
            <ac:spMk id="3" creationId="{A54A71AC-F253-452C-B8AE-BF72C75C18FA}"/>
          </ac:spMkLst>
        </pc:spChg>
      </pc:sldChg>
    </pc:docChg>
  </pc:docChgLst>
  <pc:docChgLst>
    <pc:chgData name="Yogeshwar Shukla" userId="51898254487d624d" providerId="LiveId" clId="{A9C65012-F7AD-43CF-8508-1425B018E2EF}"/>
    <pc:docChg chg="custSel delSld modSld">
      <pc:chgData name="Yogeshwar Shukla" userId="51898254487d624d" providerId="LiveId" clId="{A9C65012-F7AD-43CF-8508-1425B018E2EF}" dt="2022-04-05T01:37:26.859" v="1396" actId="2696"/>
      <pc:docMkLst>
        <pc:docMk/>
      </pc:docMkLst>
      <pc:sldChg chg="modSp mod">
        <pc:chgData name="Yogeshwar Shukla" userId="51898254487d624d" providerId="LiveId" clId="{A9C65012-F7AD-43CF-8508-1425B018E2EF}" dt="2022-04-05T01:34:22.983" v="885" actId="20577"/>
        <pc:sldMkLst>
          <pc:docMk/>
          <pc:sldMk cId="4178306452" sldId="257"/>
        </pc:sldMkLst>
      </pc:sldChg>
      <pc:sldChg chg="modSp mod">
        <pc:chgData name="Yogeshwar Shukla" userId="51898254487d624d" providerId="LiveId" clId="{A9C65012-F7AD-43CF-8508-1425B018E2EF}" dt="2022-04-05T01:37:13.415" v="1395" actId="20577"/>
        <pc:sldMkLst>
          <pc:docMk/>
          <pc:sldMk cId="3299390573" sldId="258"/>
        </pc:sldMkLst>
      </pc:sldChg>
      <pc:sldChg chg="del">
        <pc:chgData name="Yogeshwar Shukla" userId="51898254487d624d" providerId="LiveId" clId="{A9C65012-F7AD-43CF-8508-1425B018E2EF}" dt="2022-04-05T01:37:26.859" v="1396" actId="2696"/>
        <pc:sldMkLst>
          <pc:docMk/>
          <pc:sldMk cId="1158857492" sldId="25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F46F3-1713-4FCA-AC9B-A7A891F20A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9C2865-AF6A-4D1C-875A-0CBB999C78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9748C54-F4C3-4764-8748-79A765CEFC3A}"/>
              </a:ext>
            </a:extLst>
          </p:cNvPr>
          <p:cNvSpPr>
            <a:spLocks noGrp="1"/>
          </p:cNvSpPr>
          <p:nvPr>
            <p:ph type="dt" sz="half" idx="10"/>
          </p:nvPr>
        </p:nvSpPr>
        <p:spPr/>
        <p:txBody>
          <a:bodyPr/>
          <a:lstStyle/>
          <a:p>
            <a:fld id="{914B3242-4685-449C-B950-424C0F3A1C6C}" type="datetimeFigureOut">
              <a:rPr lang="en-IN" smtClean="0"/>
              <a:t>12-08-2025</a:t>
            </a:fld>
            <a:endParaRPr lang="en-IN"/>
          </a:p>
        </p:txBody>
      </p:sp>
      <p:sp>
        <p:nvSpPr>
          <p:cNvPr id="5" name="Footer Placeholder 4">
            <a:extLst>
              <a:ext uri="{FF2B5EF4-FFF2-40B4-BE49-F238E27FC236}">
                <a16:creationId xmlns:a16="http://schemas.microsoft.com/office/drawing/2014/main" id="{B02DD3C0-03F4-4ED4-BB59-9195F58E44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586DCB-488E-41FF-8CFF-7645CA8353C6}"/>
              </a:ext>
            </a:extLst>
          </p:cNvPr>
          <p:cNvSpPr>
            <a:spLocks noGrp="1"/>
          </p:cNvSpPr>
          <p:nvPr>
            <p:ph type="sldNum" sz="quarter" idx="12"/>
          </p:nvPr>
        </p:nvSpPr>
        <p:spPr/>
        <p:txBody>
          <a:bodyPr/>
          <a:lstStyle/>
          <a:p>
            <a:fld id="{6449A94A-26E9-4AF3-B4EB-F26769929328}" type="slidenum">
              <a:rPr lang="en-IN" smtClean="0"/>
              <a:t>‹#›</a:t>
            </a:fld>
            <a:endParaRPr lang="en-IN"/>
          </a:p>
        </p:txBody>
      </p:sp>
    </p:spTree>
    <p:extLst>
      <p:ext uri="{BB962C8B-B14F-4D97-AF65-F5344CB8AC3E}">
        <p14:creationId xmlns:p14="http://schemas.microsoft.com/office/powerpoint/2010/main" val="242735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81426-A43D-42DB-8990-E932DD9A4A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C54194-8948-4AB4-B01B-74B7F04291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B7515E-694B-4A05-9AE0-1612BD3A756C}"/>
              </a:ext>
            </a:extLst>
          </p:cNvPr>
          <p:cNvSpPr>
            <a:spLocks noGrp="1"/>
          </p:cNvSpPr>
          <p:nvPr>
            <p:ph type="dt" sz="half" idx="10"/>
          </p:nvPr>
        </p:nvSpPr>
        <p:spPr/>
        <p:txBody>
          <a:bodyPr/>
          <a:lstStyle/>
          <a:p>
            <a:fld id="{914B3242-4685-449C-B950-424C0F3A1C6C}" type="datetimeFigureOut">
              <a:rPr lang="en-IN" smtClean="0"/>
              <a:t>12-08-2025</a:t>
            </a:fld>
            <a:endParaRPr lang="en-IN"/>
          </a:p>
        </p:txBody>
      </p:sp>
      <p:sp>
        <p:nvSpPr>
          <p:cNvPr id="5" name="Footer Placeholder 4">
            <a:extLst>
              <a:ext uri="{FF2B5EF4-FFF2-40B4-BE49-F238E27FC236}">
                <a16:creationId xmlns:a16="http://schemas.microsoft.com/office/drawing/2014/main" id="{18DD940C-E3B3-4BF3-8B60-3C7E6280CA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1BB359-19BC-44D0-8613-33A9A12F6365}"/>
              </a:ext>
            </a:extLst>
          </p:cNvPr>
          <p:cNvSpPr>
            <a:spLocks noGrp="1"/>
          </p:cNvSpPr>
          <p:nvPr>
            <p:ph type="sldNum" sz="quarter" idx="12"/>
          </p:nvPr>
        </p:nvSpPr>
        <p:spPr/>
        <p:txBody>
          <a:bodyPr/>
          <a:lstStyle/>
          <a:p>
            <a:fld id="{6449A94A-26E9-4AF3-B4EB-F26769929328}" type="slidenum">
              <a:rPr lang="en-IN" smtClean="0"/>
              <a:t>‹#›</a:t>
            </a:fld>
            <a:endParaRPr lang="en-IN"/>
          </a:p>
        </p:txBody>
      </p:sp>
    </p:spTree>
    <p:extLst>
      <p:ext uri="{BB962C8B-B14F-4D97-AF65-F5344CB8AC3E}">
        <p14:creationId xmlns:p14="http://schemas.microsoft.com/office/powerpoint/2010/main" val="349528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320-C772-4F3B-931C-A2B5ABF059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9EC001-5D96-4FA8-97A0-8842A7C743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EA7943-70A6-4327-9184-EE27E8B31DE5}"/>
              </a:ext>
            </a:extLst>
          </p:cNvPr>
          <p:cNvSpPr>
            <a:spLocks noGrp="1"/>
          </p:cNvSpPr>
          <p:nvPr>
            <p:ph type="dt" sz="half" idx="10"/>
          </p:nvPr>
        </p:nvSpPr>
        <p:spPr/>
        <p:txBody>
          <a:bodyPr/>
          <a:lstStyle/>
          <a:p>
            <a:fld id="{914B3242-4685-449C-B950-424C0F3A1C6C}" type="datetimeFigureOut">
              <a:rPr lang="en-IN" smtClean="0"/>
              <a:t>12-08-2025</a:t>
            </a:fld>
            <a:endParaRPr lang="en-IN"/>
          </a:p>
        </p:txBody>
      </p:sp>
      <p:sp>
        <p:nvSpPr>
          <p:cNvPr id="5" name="Footer Placeholder 4">
            <a:extLst>
              <a:ext uri="{FF2B5EF4-FFF2-40B4-BE49-F238E27FC236}">
                <a16:creationId xmlns:a16="http://schemas.microsoft.com/office/drawing/2014/main" id="{307742EC-D475-49A5-B354-CCCF37F122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2F92EF-F368-4E7A-AC24-02589CD27B7C}"/>
              </a:ext>
            </a:extLst>
          </p:cNvPr>
          <p:cNvSpPr>
            <a:spLocks noGrp="1"/>
          </p:cNvSpPr>
          <p:nvPr>
            <p:ph type="sldNum" sz="quarter" idx="12"/>
          </p:nvPr>
        </p:nvSpPr>
        <p:spPr/>
        <p:txBody>
          <a:bodyPr/>
          <a:lstStyle/>
          <a:p>
            <a:fld id="{6449A94A-26E9-4AF3-B4EB-F26769929328}" type="slidenum">
              <a:rPr lang="en-IN" smtClean="0"/>
              <a:t>‹#›</a:t>
            </a:fld>
            <a:endParaRPr lang="en-IN"/>
          </a:p>
        </p:txBody>
      </p:sp>
    </p:spTree>
    <p:extLst>
      <p:ext uri="{BB962C8B-B14F-4D97-AF65-F5344CB8AC3E}">
        <p14:creationId xmlns:p14="http://schemas.microsoft.com/office/powerpoint/2010/main" val="3682900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5FFF4-D99F-4ED6-8634-1AF3A1F39F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028186-576E-4330-AC68-B499799725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B44F93B-DC04-4786-AD5C-81DF1A3CEB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6C8AE7-1060-44CD-9250-3106B82F81EB}"/>
              </a:ext>
            </a:extLst>
          </p:cNvPr>
          <p:cNvSpPr>
            <a:spLocks noGrp="1"/>
          </p:cNvSpPr>
          <p:nvPr>
            <p:ph type="dt" sz="half" idx="10"/>
          </p:nvPr>
        </p:nvSpPr>
        <p:spPr/>
        <p:txBody>
          <a:bodyPr/>
          <a:lstStyle/>
          <a:p>
            <a:fld id="{914B3242-4685-449C-B950-424C0F3A1C6C}" type="datetimeFigureOut">
              <a:rPr lang="en-IN" smtClean="0"/>
              <a:t>12-08-2025</a:t>
            </a:fld>
            <a:endParaRPr lang="en-IN"/>
          </a:p>
        </p:txBody>
      </p:sp>
      <p:sp>
        <p:nvSpPr>
          <p:cNvPr id="6" name="Footer Placeholder 5">
            <a:extLst>
              <a:ext uri="{FF2B5EF4-FFF2-40B4-BE49-F238E27FC236}">
                <a16:creationId xmlns:a16="http://schemas.microsoft.com/office/drawing/2014/main" id="{833D7822-2DD3-440B-8B2F-4AB4AA5564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067668-FDB7-4350-B7DD-39F07DF72935}"/>
              </a:ext>
            </a:extLst>
          </p:cNvPr>
          <p:cNvSpPr>
            <a:spLocks noGrp="1"/>
          </p:cNvSpPr>
          <p:nvPr>
            <p:ph type="sldNum" sz="quarter" idx="12"/>
          </p:nvPr>
        </p:nvSpPr>
        <p:spPr/>
        <p:txBody>
          <a:bodyPr/>
          <a:lstStyle/>
          <a:p>
            <a:fld id="{6449A94A-26E9-4AF3-B4EB-F26769929328}" type="slidenum">
              <a:rPr lang="en-IN" smtClean="0"/>
              <a:t>‹#›</a:t>
            </a:fld>
            <a:endParaRPr lang="en-IN"/>
          </a:p>
        </p:txBody>
      </p:sp>
    </p:spTree>
    <p:extLst>
      <p:ext uri="{BB962C8B-B14F-4D97-AF65-F5344CB8AC3E}">
        <p14:creationId xmlns:p14="http://schemas.microsoft.com/office/powerpoint/2010/main" val="2986493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A1EE2-2C4D-41A8-B746-DD9E78034C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2CF8F9-91FC-40EA-B414-949A75E2D0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D02BD6-976C-4313-8BAF-5368C824D2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570FA3-A6E0-4284-9B9A-B96C7728C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8A3429-D84B-4931-87FC-31E13913D4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AFBAB41-3BF9-4DA0-A4EE-63BF4A1C3CB2}"/>
              </a:ext>
            </a:extLst>
          </p:cNvPr>
          <p:cNvSpPr>
            <a:spLocks noGrp="1"/>
          </p:cNvSpPr>
          <p:nvPr>
            <p:ph type="dt" sz="half" idx="10"/>
          </p:nvPr>
        </p:nvSpPr>
        <p:spPr/>
        <p:txBody>
          <a:bodyPr/>
          <a:lstStyle/>
          <a:p>
            <a:fld id="{914B3242-4685-449C-B950-424C0F3A1C6C}" type="datetimeFigureOut">
              <a:rPr lang="en-IN" smtClean="0"/>
              <a:t>12-08-2025</a:t>
            </a:fld>
            <a:endParaRPr lang="en-IN"/>
          </a:p>
        </p:txBody>
      </p:sp>
      <p:sp>
        <p:nvSpPr>
          <p:cNvPr id="8" name="Footer Placeholder 7">
            <a:extLst>
              <a:ext uri="{FF2B5EF4-FFF2-40B4-BE49-F238E27FC236}">
                <a16:creationId xmlns:a16="http://schemas.microsoft.com/office/drawing/2014/main" id="{5E74FA5F-8C58-429E-9F4A-7DA6BE83C96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4014AD3-A1E7-49CA-9010-9CF27614EBB0}"/>
              </a:ext>
            </a:extLst>
          </p:cNvPr>
          <p:cNvSpPr>
            <a:spLocks noGrp="1"/>
          </p:cNvSpPr>
          <p:nvPr>
            <p:ph type="sldNum" sz="quarter" idx="12"/>
          </p:nvPr>
        </p:nvSpPr>
        <p:spPr/>
        <p:txBody>
          <a:bodyPr/>
          <a:lstStyle/>
          <a:p>
            <a:fld id="{6449A94A-26E9-4AF3-B4EB-F26769929328}" type="slidenum">
              <a:rPr lang="en-IN" smtClean="0"/>
              <a:t>‹#›</a:t>
            </a:fld>
            <a:endParaRPr lang="en-IN"/>
          </a:p>
        </p:txBody>
      </p:sp>
    </p:spTree>
    <p:extLst>
      <p:ext uri="{BB962C8B-B14F-4D97-AF65-F5344CB8AC3E}">
        <p14:creationId xmlns:p14="http://schemas.microsoft.com/office/powerpoint/2010/main" val="758131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BF73-717D-4EDF-8798-DB85A9E241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9EB433-566E-4DE3-810B-5535F729753E}"/>
              </a:ext>
            </a:extLst>
          </p:cNvPr>
          <p:cNvSpPr>
            <a:spLocks noGrp="1"/>
          </p:cNvSpPr>
          <p:nvPr>
            <p:ph type="dt" sz="half" idx="10"/>
          </p:nvPr>
        </p:nvSpPr>
        <p:spPr/>
        <p:txBody>
          <a:bodyPr/>
          <a:lstStyle/>
          <a:p>
            <a:fld id="{914B3242-4685-449C-B950-424C0F3A1C6C}" type="datetimeFigureOut">
              <a:rPr lang="en-IN" smtClean="0"/>
              <a:t>12-08-2025</a:t>
            </a:fld>
            <a:endParaRPr lang="en-IN"/>
          </a:p>
        </p:txBody>
      </p:sp>
      <p:sp>
        <p:nvSpPr>
          <p:cNvPr id="4" name="Footer Placeholder 3">
            <a:extLst>
              <a:ext uri="{FF2B5EF4-FFF2-40B4-BE49-F238E27FC236}">
                <a16:creationId xmlns:a16="http://schemas.microsoft.com/office/drawing/2014/main" id="{0572C2E8-1C43-4D28-A4C1-E7BFF6E26A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879858E-9C75-4DE4-8792-A36DE2E18644}"/>
              </a:ext>
            </a:extLst>
          </p:cNvPr>
          <p:cNvSpPr>
            <a:spLocks noGrp="1"/>
          </p:cNvSpPr>
          <p:nvPr>
            <p:ph type="sldNum" sz="quarter" idx="12"/>
          </p:nvPr>
        </p:nvSpPr>
        <p:spPr/>
        <p:txBody>
          <a:bodyPr/>
          <a:lstStyle/>
          <a:p>
            <a:fld id="{6449A94A-26E9-4AF3-B4EB-F26769929328}" type="slidenum">
              <a:rPr lang="en-IN" smtClean="0"/>
              <a:t>‹#›</a:t>
            </a:fld>
            <a:endParaRPr lang="en-IN"/>
          </a:p>
        </p:txBody>
      </p:sp>
    </p:spTree>
    <p:extLst>
      <p:ext uri="{BB962C8B-B14F-4D97-AF65-F5344CB8AC3E}">
        <p14:creationId xmlns:p14="http://schemas.microsoft.com/office/powerpoint/2010/main" val="2514093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B74325-ACD1-4030-B2D4-33D52276BC85}"/>
              </a:ext>
            </a:extLst>
          </p:cNvPr>
          <p:cNvSpPr>
            <a:spLocks noGrp="1"/>
          </p:cNvSpPr>
          <p:nvPr>
            <p:ph type="dt" sz="half" idx="10"/>
          </p:nvPr>
        </p:nvSpPr>
        <p:spPr/>
        <p:txBody>
          <a:bodyPr/>
          <a:lstStyle/>
          <a:p>
            <a:fld id="{914B3242-4685-449C-B950-424C0F3A1C6C}" type="datetimeFigureOut">
              <a:rPr lang="en-IN" smtClean="0"/>
              <a:t>12-08-2025</a:t>
            </a:fld>
            <a:endParaRPr lang="en-IN"/>
          </a:p>
        </p:txBody>
      </p:sp>
      <p:sp>
        <p:nvSpPr>
          <p:cNvPr id="3" name="Footer Placeholder 2">
            <a:extLst>
              <a:ext uri="{FF2B5EF4-FFF2-40B4-BE49-F238E27FC236}">
                <a16:creationId xmlns:a16="http://schemas.microsoft.com/office/drawing/2014/main" id="{F38A3BA2-84A2-438C-A380-A641A52551C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558FB84-55A5-41B2-A173-01A3D149D972}"/>
              </a:ext>
            </a:extLst>
          </p:cNvPr>
          <p:cNvSpPr>
            <a:spLocks noGrp="1"/>
          </p:cNvSpPr>
          <p:nvPr>
            <p:ph type="sldNum" sz="quarter" idx="12"/>
          </p:nvPr>
        </p:nvSpPr>
        <p:spPr/>
        <p:txBody>
          <a:bodyPr/>
          <a:lstStyle/>
          <a:p>
            <a:fld id="{6449A94A-26E9-4AF3-B4EB-F26769929328}" type="slidenum">
              <a:rPr lang="en-IN" smtClean="0"/>
              <a:t>‹#›</a:t>
            </a:fld>
            <a:endParaRPr lang="en-IN"/>
          </a:p>
        </p:txBody>
      </p:sp>
    </p:spTree>
    <p:extLst>
      <p:ext uri="{BB962C8B-B14F-4D97-AF65-F5344CB8AC3E}">
        <p14:creationId xmlns:p14="http://schemas.microsoft.com/office/powerpoint/2010/main" val="2020548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4DFC6-65F3-4B53-B100-8F6245D977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9C8433-1C96-453F-B686-AD3FA52E03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365902-8436-4FDB-A9C1-FBCC0F12E7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BF7F34-7991-4AB8-A4A5-576A948656F7}"/>
              </a:ext>
            </a:extLst>
          </p:cNvPr>
          <p:cNvSpPr>
            <a:spLocks noGrp="1"/>
          </p:cNvSpPr>
          <p:nvPr>
            <p:ph type="dt" sz="half" idx="10"/>
          </p:nvPr>
        </p:nvSpPr>
        <p:spPr/>
        <p:txBody>
          <a:bodyPr/>
          <a:lstStyle/>
          <a:p>
            <a:fld id="{914B3242-4685-449C-B950-424C0F3A1C6C}" type="datetimeFigureOut">
              <a:rPr lang="en-IN" smtClean="0"/>
              <a:t>12-08-2025</a:t>
            </a:fld>
            <a:endParaRPr lang="en-IN"/>
          </a:p>
        </p:txBody>
      </p:sp>
      <p:sp>
        <p:nvSpPr>
          <p:cNvPr id="6" name="Footer Placeholder 5">
            <a:extLst>
              <a:ext uri="{FF2B5EF4-FFF2-40B4-BE49-F238E27FC236}">
                <a16:creationId xmlns:a16="http://schemas.microsoft.com/office/drawing/2014/main" id="{4F420B58-F28D-4F49-85BB-D70D60621A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326430-18BC-48FA-ABF6-5AD3643D704A}"/>
              </a:ext>
            </a:extLst>
          </p:cNvPr>
          <p:cNvSpPr>
            <a:spLocks noGrp="1"/>
          </p:cNvSpPr>
          <p:nvPr>
            <p:ph type="sldNum" sz="quarter" idx="12"/>
          </p:nvPr>
        </p:nvSpPr>
        <p:spPr/>
        <p:txBody>
          <a:bodyPr/>
          <a:lstStyle/>
          <a:p>
            <a:fld id="{6449A94A-26E9-4AF3-B4EB-F26769929328}" type="slidenum">
              <a:rPr lang="en-IN" smtClean="0"/>
              <a:t>‹#›</a:t>
            </a:fld>
            <a:endParaRPr lang="en-IN"/>
          </a:p>
        </p:txBody>
      </p:sp>
    </p:spTree>
    <p:extLst>
      <p:ext uri="{BB962C8B-B14F-4D97-AF65-F5344CB8AC3E}">
        <p14:creationId xmlns:p14="http://schemas.microsoft.com/office/powerpoint/2010/main" val="4291969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210BD-E53B-4293-A7F8-93833AFDA2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A90BB90-D513-4463-B9ED-10C666A469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3EAF15C-6F6E-4A4F-874D-9FA87F5810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7D37C7-E62E-4F92-9743-07C25EB7E2FA}"/>
              </a:ext>
            </a:extLst>
          </p:cNvPr>
          <p:cNvSpPr>
            <a:spLocks noGrp="1"/>
          </p:cNvSpPr>
          <p:nvPr>
            <p:ph type="dt" sz="half" idx="10"/>
          </p:nvPr>
        </p:nvSpPr>
        <p:spPr/>
        <p:txBody>
          <a:bodyPr/>
          <a:lstStyle/>
          <a:p>
            <a:fld id="{914B3242-4685-449C-B950-424C0F3A1C6C}" type="datetimeFigureOut">
              <a:rPr lang="en-IN" smtClean="0"/>
              <a:t>12-08-2025</a:t>
            </a:fld>
            <a:endParaRPr lang="en-IN"/>
          </a:p>
        </p:txBody>
      </p:sp>
      <p:sp>
        <p:nvSpPr>
          <p:cNvPr id="6" name="Footer Placeholder 5">
            <a:extLst>
              <a:ext uri="{FF2B5EF4-FFF2-40B4-BE49-F238E27FC236}">
                <a16:creationId xmlns:a16="http://schemas.microsoft.com/office/drawing/2014/main" id="{8B21C4C5-AE85-4F6A-9275-08CDCB19DA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9D2DA5-497A-4BBA-ABA9-3BA863A48EAA}"/>
              </a:ext>
            </a:extLst>
          </p:cNvPr>
          <p:cNvSpPr>
            <a:spLocks noGrp="1"/>
          </p:cNvSpPr>
          <p:nvPr>
            <p:ph type="sldNum" sz="quarter" idx="12"/>
          </p:nvPr>
        </p:nvSpPr>
        <p:spPr/>
        <p:txBody>
          <a:bodyPr/>
          <a:lstStyle/>
          <a:p>
            <a:fld id="{6449A94A-26E9-4AF3-B4EB-F26769929328}" type="slidenum">
              <a:rPr lang="en-IN" smtClean="0"/>
              <a:t>‹#›</a:t>
            </a:fld>
            <a:endParaRPr lang="en-IN"/>
          </a:p>
        </p:txBody>
      </p:sp>
    </p:spTree>
    <p:extLst>
      <p:ext uri="{BB962C8B-B14F-4D97-AF65-F5344CB8AC3E}">
        <p14:creationId xmlns:p14="http://schemas.microsoft.com/office/powerpoint/2010/main" val="3350942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FF41B-6B37-4975-897F-49FB34934FF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1BE20A-3391-4FB4-B2D5-CC78F4356E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D6438C-10CF-4E84-9AD3-9BAEA948685F}"/>
              </a:ext>
            </a:extLst>
          </p:cNvPr>
          <p:cNvSpPr>
            <a:spLocks noGrp="1"/>
          </p:cNvSpPr>
          <p:nvPr>
            <p:ph type="dt" sz="half" idx="10"/>
          </p:nvPr>
        </p:nvSpPr>
        <p:spPr/>
        <p:txBody>
          <a:bodyPr/>
          <a:lstStyle/>
          <a:p>
            <a:fld id="{914B3242-4685-449C-B950-424C0F3A1C6C}" type="datetimeFigureOut">
              <a:rPr lang="en-IN" smtClean="0"/>
              <a:t>12-08-2025</a:t>
            </a:fld>
            <a:endParaRPr lang="en-IN"/>
          </a:p>
        </p:txBody>
      </p:sp>
      <p:sp>
        <p:nvSpPr>
          <p:cNvPr id="5" name="Footer Placeholder 4">
            <a:extLst>
              <a:ext uri="{FF2B5EF4-FFF2-40B4-BE49-F238E27FC236}">
                <a16:creationId xmlns:a16="http://schemas.microsoft.com/office/drawing/2014/main" id="{A1759046-4B3D-40CA-B8D8-C358912FFF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7321D7-93CD-41D6-B8B2-1A0A88624A54}"/>
              </a:ext>
            </a:extLst>
          </p:cNvPr>
          <p:cNvSpPr>
            <a:spLocks noGrp="1"/>
          </p:cNvSpPr>
          <p:nvPr>
            <p:ph type="sldNum" sz="quarter" idx="12"/>
          </p:nvPr>
        </p:nvSpPr>
        <p:spPr/>
        <p:txBody>
          <a:bodyPr/>
          <a:lstStyle/>
          <a:p>
            <a:fld id="{6449A94A-26E9-4AF3-B4EB-F26769929328}" type="slidenum">
              <a:rPr lang="en-IN" smtClean="0"/>
              <a:t>‹#›</a:t>
            </a:fld>
            <a:endParaRPr lang="en-IN"/>
          </a:p>
        </p:txBody>
      </p:sp>
    </p:spTree>
    <p:extLst>
      <p:ext uri="{BB962C8B-B14F-4D97-AF65-F5344CB8AC3E}">
        <p14:creationId xmlns:p14="http://schemas.microsoft.com/office/powerpoint/2010/main" val="3465654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24BB51-A397-4457-944C-7ECDB1C5B5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94AE45-1C55-42DC-9598-CC61690D7E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9086DE-E7A3-4736-90F2-92AA5016A4EA}"/>
              </a:ext>
            </a:extLst>
          </p:cNvPr>
          <p:cNvSpPr>
            <a:spLocks noGrp="1"/>
          </p:cNvSpPr>
          <p:nvPr>
            <p:ph type="dt" sz="half" idx="10"/>
          </p:nvPr>
        </p:nvSpPr>
        <p:spPr/>
        <p:txBody>
          <a:bodyPr/>
          <a:lstStyle/>
          <a:p>
            <a:fld id="{914B3242-4685-449C-B950-424C0F3A1C6C}" type="datetimeFigureOut">
              <a:rPr lang="en-IN" smtClean="0"/>
              <a:t>12-08-2025</a:t>
            </a:fld>
            <a:endParaRPr lang="en-IN"/>
          </a:p>
        </p:txBody>
      </p:sp>
      <p:sp>
        <p:nvSpPr>
          <p:cNvPr id="5" name="Footer Placeholder 4">
            <a:extLst>
              <a:ext uri="{FF2B5EF4-FFF2-40B4-BE49-F238E27FC236}">
                <a16:creationId xmlns:a16="http://schemas.microsoft.com/office/drawing/2014/main" id="{C16A14CD-E688-43B7-81B4-C814A5A052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3896AC-07CD-41B2-B394-D9755098AFA7}"/>
              </a:ext>
            </a:extLst>
          </p:cNvPr>
          <p:cNvSpPr>
            <a:spLocks noGrp="1"/>
          </p:cNvSpPr>
          <p:nvPr>
            <p:ph type="sldNum" sz="quarter" idx="12"/>
          </p:nvPr>
        </p:nvSpPr>
        <p:spPr/>
        <p:txBody>
          <a:bodyPr/>
          <a:lstStyle/>
          <a:p>
            <a:fld id="{6449A94A-26E9-4AF3-B4EB-F26769929328}" type="slidenum">
              <a:rPr lang="en-IN" smtClean="0"/>
              <a:t>‹#›</a:t>
            </a:fld>
            <a:endParaRPr lang="en-IN"/>
          </a:p>
        </p:txBody>
      </p:sp>
    </p:spTree>
    <p:extLst>
      <p:ext uri="{BB962C8B-B14F-4D97-AF65-F5344CB8AC3E}">
        <p14:creationId xmlns:p14="http://schemas.microsoft.com/office/powerpoint/2010/main" val="1044756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A8320A-217A-454E-B8A0-DA2FCD740C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E716EF-F6CF-4D73-8A0D-0A84CDD2D7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677F25-00FD-4EB3-994C-FB07351F03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4B3242-4685-449C-B950-424C0F3A1C6C}" type="datetimeFigureOut">
              <a:rPr lang="en-IN" smtClean="0"/>
              <a:t>12-08-2025</a:t>
            </a:fld>
            <a:endParaRPr lang="en-IN"/>
          </a:p>
        </p:txBody>
      </p:sp>
      <p:sp>
        <p:nvSpPr>
          <p:cNvPr id="5" name="Footer Placeholder 4">
            <a:extLst>
              <a:ext uri="{FF2B5EF4-FFF2-40B4-BE49-F238E27FC236}">
                <a16:creationId xmlns:a16="http://schemas.microsoft.com/office/drawing/2014/main" id="{E3091F51-96D4-4843-B025-052882F41C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1771D8C-0B20-4287-8EAD-A0EA49208C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49A94A-26E9-4AF3-B4EB-F26769929328}" type="slidenum">
              <a:rPr lang="en-IN" smtClean="0"/>
              <a:t>‹#›</a:t>
            </a:fld>
            <a:endParaRPr lang="en-IN"/>
          </a:p>
        </p:txBody>
      </p:sp>
    </p:spTree>
    <p:extLst>
      <p:ext uri="{BB962C8B-B14F-4D97-AF65-F5344CB8AC3E}">
        <p14:creationId xmlns:p14="http://schemas.microsoft.com/office/powerpoint/2010/main" val="93341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9A991-B7AA-4EF5-BED4-4371183A98CD}"/>
              </a:ext>
            </a:extLst>
          </p:cNvPr>
          <p:cNvSpPr>
            <a:spLocks noGrp="1"/>
          </p:cNvSpPr>
          <p:nvPr>
            <p:ph type="title"/>
          </p:nvPr>
        </p:nvSpPr>
        <p:spPr>
          <a:solidFill>
            <a:srgbClr val="FF9900">
              <a:alpha val="48000"/>
            </a:srgbClr>
          </a:solidFill>
        </p:spPr>
        <p:txBody>
          <a:bodyPr>
            <a:normAutofit/>
          </a:bodyPr>
          <a:lstStyle/>
          <a:p>
            <a:pPr algn="ctr"/>
            <a:r>
              <a:rPr lang="en-IN" sz="3600" dirty="0">
                <a:latin typeface="Century Gothic" panose="020B0502020202020204" pitchFamily="34" charset="0"/>
              </a:rPr>
              <a:t>Goals</a:t>
            </a:r>
          </a:p>
        </p:txBody>
      </p:sp>
      <p:sp>
        <p:nvSpPr>
          <p:cNvPr id="3" name="Content Placeholder 2">
            <a:extLst>
              <a:ext uri="{FF2B5EF4-FFF2-40B4-BE49-F238E27FC236}">
                <a16:creationId xmlns:a16="http://schemas.microsoft.com/office/drawing/2014/main" id="{A54A71AC-F253-452C-B8AE-BF72C75C18FA}"/>
              </a:ext>
            </a:extLst>
          </p:cNvPr>
          <p:cNvSpPr>
            <a:spLocks noGrp="1"/>
          </p:cNvSpPr>
          <p:nvPr>
            <p:ph idx="1"/>
          </p:nvPr>
        </p:nvSpPr>
        <p:spPr/>
        <p:txBody>
          <a:bodyPr>
            <a:normAutofit/>
          </a:bodyPr>
          <a:lstStyle/>
          <a:p>
            <a:r>
              <a:rPr lang="en-IN" dirty="0">
                <a:latin typeface="Century Gothic" panose="020B0502020202020204" pitchFamily="34" charset="0"/>
              </a:rPr>
              <a:t>To master Python Programming language basic, intermediate and advanced features from three perspectives, viz. syntax, real-world use cases and memory management. </a:t>
            </a:r>
          </a:p>
          <a:p>
            <a:r>
              <a:rPr lang="en-IN" dirty="0">
                <a:latin typeface="Century Gothic" panose="020B0502020202020204" pitchFamily="34" charset="0"/>
              </a:rPr>
              <a:t>To learn to debug Python Programs. </a:t>
            </a:r>
          </a:p>
          <a:p>
            <a:r>
              <a:rPr lang="en-IN" dirty="0">
                <a:latin typeface="Century Gothic" panose="020B0502020202020204" pitchFamily="34" charset="0"/>
              </a:rPr>
              <a:t>To learn the development of stand-alone desktop GUI applications using Tkinter</a:t>
            </a:r>
          </a:p>
          <a:p>
            <a:r>
              <a:rPr lang="en-IN" dirty="0">
                <a:latin typeface="Century Gothic" panose="020B0502020202020204" pitchFamily="34" charset="0"/>
              </a:rPr>
              <a:t>To learn packages required for ML and data science along with fundamental maths concepts required for the same! </a:t>
            </a:r>
          </a:p>
          <a:p>
            <a:endParaRPr lang="en-IN" dirty="0">
              <a:latin typeface="Century Gothic" panose="020B0502020202020204" pitchFamily="34" charset="0"/>
            </a:endParaRPr>
          </a:p>
        </p:txBody>
      </p:sp>
      <p:sp>
        <p:nvSpPr>
          <p:cNvPr id="27" name="Footer Placeholder 26">
            <a:extLst>
              <a:ext uri="{FF2B5EF4-FFF2-40B4-BE49-F238E27FC236}">
                <a16:creationId xmlns:a16="http://schemas.microsoft.com/office/drawing/2014/main" id="{C71E8CB0-2DAF-4C9B-AC41-BB775E48109B}"/>
              </a:ext>
            </a:extLst>
          </p:cNvPr>
          <p:cNvSpPr>
            <a:spLocks noGrp="1"/>
          </p:cNvSpPr>
          <p:nvPr>
            <p:ph type="ftr" sz="quarter" idx="11"/>
          </p:nvPr>
        </p:nvSpPr>
        <p:spPr/>
        <p:txBody>
          <a:bodyPr/>
          <a:lstStyle/>
          <a:p>
            <a:r>
              <a:rPr lang="en-IN" dirty="0">
                <a:latin typeface="Century Gothic" panose="020B0502020202020204" pitchFamily="34" charset="0"/>
              </a:rPr>
              <a:t>CoreCode Programming Academy</a:t>
            </a:r>
          </a:p>
        </p:txBody>
      </p:sp>
      <p:sp>
        <p:nvSpPr>
          <p:cNvPr id="10" name="Frame 9">
            <a:extLst>
              <a:ext uri="{FF2B5EF4-FFF2-40B4-BE49-F238E27FC236}">
                <a16:creationId xmlns:a16="http://schemas.microsoft.com/office/drawing/2014/main" id="{CCD1B643-4265-417F-8646-7B6AD9449763}"/>
              </a:ext>
            </a:extLst>
          </p:cNvPr>
          <p:cNvSpPr/>
          <p:nvPr/>
        </p:nvSpPr>
        <p:spPr>
          <a:xfrm>
            <a:off x="0" y="0"/>
            <a:ext cx="12192000" cy="6858000"/>
          </a:xfrm>
          <a:prstGeom prst="frame">
            <a:avLst>
              <a:gd name="adj1" fmla="val 222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178306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9A991-B7AA-4EF5-BED4-4371183A98CD}"/>
              </a:ext>
            </a:extLst>
          </p:cNvPr>
          <p:cNvSpPr>
            <a:spLocks noGrp="1"/>
          </p:cNvSpPr>
          <p:nvPr>
            <p:ph type="title"/>
          </p:nvPr>
        </p:nvSpPr>
        <p:spPr>
          <a:solidFill>
            <a:srgbClr val="FF9900">
              <a:alpha val="48000"/>
            </a:srgbClr>
          </a:solidFill>
        </p:spPr>
        <p:txBody>
          <a:bodyPr>
            <a:normAutofit/>
          </a:bodyPr>
          <a:lstStyle/>
          <a:p>
            <a:pPr algn="ctr"/>
            <a:r>
              <a:rPr lang="en-IN" sz="3600" dirty="0">
                <a:latin typeface="Century Gothic" panose="020B0502020202020204" pitchFamily="34" charset="0"/>
              </a:rPr>
              <a:t>The definite chief aim</a:t>
            </a:r>
          </a:p>
        </p:txBody>
      </p:sp>
      <p:sp>
        <p:nvSpPr>
          <p:cNvPr id="3" name="Content Placeholder 2">
            <a:extLst>
              <a:ext uri="{FF2B5EF4-FFF2-40B4-BE49-F238E27FC236}">
                <a16:creationId xmlns:a16="http://schemas.microsoft.com/office/drawing/2014/main" id="{A54A71AC-F253-452C-B8AE-BF72C75C18FA}"/>
              </a:ext>
            </a:extLst>
          </p:cNvPr>
          <p:cNvSpPr>
            <a:spLocks noGrp="1"/>
          </p:cNvSpPr>
          <p:nvPr>
            <p:ph idx="1"/>
          </p:nvPr>
        </p:nvSpPr>
        <p:spPr/>
        <p:txBody>
          <a:bodyPr/>
          <a:lstStyle/>
          <a:p>
            <a:pPr marL="0" indent="0" algn="ctr">
              <a:buNone/>
            </a:pPr>
            <a:r>
              <a:rPr lang="en-IN" dirty="0">
                <a:latin typeface="Century Gothic" panose="020B0502020202020204" pitchFamily="34" charset="0"/>
              </a:rPr>
              <a:t>I, Yogeshwar Shukla, hereby declare that by the end of the Masterclass in Python, I will become an expert programmer in Python application development, measured against the highest levels of professional standards, equipped with the depth provided by memory management of the language, sharpness provided by programming logic and immense power provided by Python packages and frameworks. </a:t>
            </a:r>
            <a:br>
              <a:rPr lang="en-IN" dirty="0">
                <a:latin typeface="Century Gothic" panose="020B0502020202020204" pitchFamily="34" charset="0"/>
              </a:rPr>
            </a:br>
            <a:r>
              <a:rPr lang="en-IN" dirty="0">
                <a:latin typeface="Century Gothic" panose="020B0502020202020204" pitchFamily="34" charset="0"/>
              </a:rPr>
              <a:t>-Signed by </a:t>
            </a:r>
          </a:p>
          <a:p>
            <a:pPr marL="0" indent="0" algn="ctr">
              <a:buNone/>
            </a:pPr>
            <a:r>
              <a:rPr lang="en-IN" dirty="0">
                <a:latin typeface="Kunstler Script" panose="030304020206070D0D06" pitchFamily="66" charset="0"/>
              </a:rPr>
              <a:t>Yogeshwar Shukla. </a:t>
            </a:r>
          </a:p>
          <a:p>
            <a:pPr marL="0" indent="0" algn="ctr">
              <a:buNone/>
            </a:pPr>
            <a:endParaRPr lang="en-IN" dirty="0">
              <a:latin typeface="Century Gothic" panose="020B0502020202020204" pitchFamily="34" charset="0"/>
            </a:endParaRPr>
          </a:p>
        </p:txBody>
      </p:sp>
      <p:sp>
        <p:nvSpPr>
          <p:cNvPr id="27" name="Footer Placeholder 26">
            <a:extLst>
              <a:ext uri="{FF2B5EF4-FFF2-40B4-BE49-F238E27FC236}">
                <a16:creationId xmlns:a16="http://schemas.microsoft.com/office/drawing/2014/main" id="{C71E8CB0-2DAF-4C9B-AC41-BB775E48109B}"/>
              </a:ext>
            </a:extLst>
          </p:cNvPr>
          <p:cNvSpPr>
            <a:spLocks noGrp="1"/>
          </p:cNvSpPr>
          <p:nvPr>
            <p:ph type="ftr" sz="quarter" idx="11"/>
          </p:nvPr>
        </p:nvSpPr>
        <p:spPr/>
        <p:txBody>
          <a:bodyPr/>
          <a:lstStyle/>
          <a:p>
            <a:r>
              <a:rPr lang="en-IN" dirty="0">
                <a:latin typeface="Century Gothic" panose="020B0502020202020204" pitchFamily="34" charset="0"/>
              </a:rPr>
              <a:t>CoreCode Programming Academy</a:t>
            </a:r>
          </a:p>
        </p:txBody>
      </p:sp>
      <p:sp>
        <p:nvSpPr>
          <p:cNvPr id="10" name="Frame 9">
            <a:extLst>
              <a:ext uri="{FF2B5EF4-FFF2-40B4-BE49-F238E27FC236}">
                <a16:creationId xmlns:a16="http://schemas.microsoft.com/office/drawing/2014/main" id="{CCD1B643-4265-417F-8646-7B6AD9449763}"/>
              </a:ext>
            </a:extLst>
          </p:cNvPr>
          <p:cNvSpPr/>
          <p:nvPr/>
        </p:nvSpPr>
        <p:spPr>
          <a:xfrm>
            <a:off x="0" y="0"/>
            <a:ext cx="12192000" cy="6858000"/>
          </a:xfrm>
          <a:prstGeom prst="frame">
            <a:avLst>
              <a:gd name="adj1" fmla="val 2220"/>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299390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145</Words>
  <Application>Microsoft Office PowerPoint</Application>
  <PresentationFormat>Widescreen</PresentationFormat>
  <Paragraphs>10</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Calibri Light</vt:lpstr>
      <vt:lpstr>Century Gothic</vt:lpstr>
      <vt:lpstr>Kunstler Script</vt:lpstr>
      <vt:lpstr>Office Theme</vt:lpstr>
      <vt:lpstr>Goals</vt:lpstr>
      <vt:lpstr>The definite chief aim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Goals</dc:title>
  <dc:creator>Yogeshwar Shukla</dc:creator>
  <cp:lastModifiedBy>Yogeshwar Shukla</cp:lastModifiedBy>
  <cp:revision>1</cp:revision>
  <dcterms:created xsi:type="dcterms:W3CDTF">2022-04-02T01:58:50Z</dcterms:created>
  <dcterms:modified xsi:type="dcterms:W3CDTF">2025-08-12T13:37:11Z</dcterms:modified>
</cp:coreProperties>
</file>